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72" r:id="rId4"/>
    <p:sldId id="273" r:id="rId5"/>
    <p:sldId id="270" r:id="rId6"/>
    <p:sldId id="268" r:id="rId7"/>
    <p:sldId id="258" r:id="rId8"/>
    <p:sldId id="259" r:id="rId9"/>
    <p:sldId id="261" r:id="rId10"/>
    <p:sldId id="262" r:id="rId11"/>
    <p:sldId id="263" r:id="rId12"/>
    <p:sldId id="264" r:id="rId13"/>
    <p:sldId id="271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14"/>
    <p:restoredTop sz="96405"/>
  </p:normalViewPr>
  <p:slideViewPr>
    <p:cSldViewPr snapToGrid="0">
      <p:cViewPr varScale="1">
        <p:scale>
          <a:sx n="123" d="100"/>
          <a:sy n="123" d="100"/>
        </p:scale>
        <p:origin x="224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dirty="0"/>
              <a:pPr/>
              <a:t>12/1/25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3" r:id="rId9"/>
    <p:sldLayoutId id="2147483657" r:id="rId10"/>
    <p:sldLayoutId id="2147483666" r:id="rId11"/>
    <p:sldLayoutId id="2147483661" r:id="rId12"/>
    <p:sldLayoutId id="2147483658" r:id="rId13"/>
    <p:sldLayoutId id="2147483659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89F55-1861-4617-B234-A8D42F44C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0000" y="249283"/>
            <a:ext cx="10572000" cy="2971051"/>
          </a:xfrm>
        </p:spPr>
        <p:txBody>
          <a:bodyPr/>
          <a:lstStyle/>
          <a:p>
            <a:r>
              <a:rPr lang="en-US" dirty="0"/>
              <a:t>STUDENT PLACEMENT PREDICTION</a:t>
            </a:r>
          </a:p>
        </p:txBody>
      </p:sp>
    </p:spTree>
    <p:extLst>
      <p:ext uri="{BB962C8B-B14F-4D97-AF65-F5344CB8AC3E}">
        <p14:creationId xmlns:p14="http://schemas.microsoft.com/office/powerpoint/2010/main" val="2056674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FA821-8562-2CEC-31EC-1BA17567C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999202"/>
            <a:ext cx="10571998" cy="970450"/>
          </a:xfrm>
        </p:spPr>
        <p:txBody>
          <a:bodyPr/>
          <a:lstStyle/>
          <a:p>
            <a:r>
              <a:rPr lang="en-IN" b="1" dirty="0"/>
              <a:t>Problem Statement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1CDD5-0D03-77BD-7A7F-11A10380C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288" y="2709967"/>
            <a:ext cx="10554574" cy="363651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📌 </a:t>
            </a:r>
            <a:r>
              <a:rPr lang="en-IN" b="1" dirty="0"/>
              <a:t>Why this project?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Many students struggle to understand their chances of </a:t>
            </a:r>
            <a:r>
              <a:rPr lang="en-IN" b="1" dirty="0"/>
              <a:t>getting placed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Companies seek </a:t>
            </a:r>
            <a:r>
              <a:rPr lang="en-IN" b="1" dirty="0"/>
              <a:t>data-driven insights</a:t>
            </a:r>
            <a:r>
              <a:rPr lang="en-IN" dirty="0"/>
              <a:t> for recruitment.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Predicting student placements can help: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Students</a:t>
            </a:r>
            <a:r>
              <a:rPr lang="en-IN" dirty="0"/>
              <a:t> → Improve skills for better chances.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b="1" dirty="0"/>
              <a:t>Institutions</a:t>
            </a:r>
            <a:r>
              <a:rPr lang="en-IN" dirty="0"/>
              <a:t> → Identify weak areas in student training.</a:t>
            </a:r>
          </a:p>
          <a:p>
            <a:pPr marL="457200" lvl="1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📌 </a:t>
            </a:r>
            <a:r>
              <a:rPr lang="en-IN" b="1" dirty="0"/>
              <a:t>Objective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Build a </a:t>
            </a:r>
            <a:r>
              <a:rPr lang="en-IN" b="1" dirty="0"/>
              <a:t>machine learning model</a:t>
            </a:r>
            <a:r>
              <a:rPr lang="en-IN" dirty="0"/>
              <a:t> to predict whether a student will get </a:t>
            </a:r>
            <a:r>
              <a:rPr lang="en-IN" b="1" dirty="0"/>
              <a:t>placed or not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Deploy the model as a </a:t>
            </a:r>
            <a:r>
              <a:rPr lang="en-IN" b="1" dirty="0"/>
              <a:t>Flask web application</a:t>
            </a:r>
            <a:r>
              <a:rPr lang="en-IN" dirty="0"/>
              <a:t> for user interaction.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847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4469-4086-E980-FB0A-9E053C88F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28" y="172350"/>
            <a:ext cx="4852988" cy="1617163"/>
          </a:xfrm>
        </p:spPr>
        <p:txBody>
          <a:bodyPr>
            <a:normAutofit/>
          </a:bodyPr>
          <a:lstStyle/>
          <a:p>
            <a:r>
              <a:rPr lang="en-US" sz="4000" b="1" dirty="0"/>
              <a:t>Project Workflow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1A8038-282E-34E2-56F5-B65B5B603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4728" y="2226484"/>
            <a:ext cx="6271872" cy="4261402"/>
          </a:xfrm>
        </p:spPr>
        <p:txBody>
          <a:bodyPr/>
          <a:lstStyle/>
          <a:p>
            <a:r>
              <a:rPr lang="en-IN" sz="1800" b="1" dirty="0"/>
              <a:t>Text is extracted</a:t>
            </a:r>
            <a:r>
              <a:rPr lang="en-IN" sz="1800" dirty="0"/>
              <a:t> from the uploaded PDF using </a:t>
            </a:r>
            <a:r>
              <a:rPr lang="en-IN" sz="1800" dirty="0" err="1"/>
              <a:t>PyMuPDF</a:t>
            </a:r>
            <a:r>
              <a:rPr lang="en-IN" sz="1800" dirty="0"/>
              <a:t>.</a:t>
            </a:r>
          </a:p>
          <a:p>
            <a:r>
              <a:rPr lang="en-IN" sz="1800" b="1" dirty="0"/>
              <a:t>- Key features</a:t>
            </a:r>
            <a:r>
              <a:rPr lang="en-IN" sz="1800" dirty="0"/>
              <a:t> such as CGPA, internships, projects, and skills are parsed.</a:t>
            </a:r>
          </a:p>
          <a:p>
            <a:r>
              <a:rPr lang="en-IN" sz="1800" dirty="0"/>
              <a:t>- A </a:t>
            </a:r>
            <a:r>
              <a:rPr lang="en-IN" sz="1800" b="1" dirty="0"/>
              <a:t>trained ML model</a:t>
            </a:r>
            <a:r>
              <a:rPr lang="en-IN" sz="1800" dirty="0"/>
              <a:t> predicts whether the student is likely to be placed.</a:t>
            </a:r>
          </a:p>
          <a:p>
            <a:r>
              <a:rPr lang="en-IN" sz="1800" dirty="0"/>
              <a:t>- Personalized </a:t>
            </a:r>
            <a:r>
              <a:rPr lang="en-IN" sz="1800" b="1" dirty="0"/>
              <a:t>recommendations</a:t>
            </a:r>
            <a:r>
              <a:rPr lang="en-IN" sz="1800" dirty="0"/>
              <a:t> are provided to improve chances of success.</a:t>
            </a:r>
          </a:p>
          <a:p>
            <a:r>
              <a:rPr lang="en-IN" sz="1800" dirty="0"/>
              <a:t>- The results are displayed in a </a:t>
            </a:r>
            <a:r>
              <a:rPr lang="en-IN" sz="1800" b="1" dirty="0"/>
              <a:t>clean, user-friendly interface</a:t>
            </a:r>
            <a:r>
              <a:rPr lang="en-IN" sz="1800" dirty="0"/>
              <a:t>.</a:t>
            </a:r>
          </a:p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EDC50E9-4CD3-6876-5E6E-9B9DF8C843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60771" y="0"/>
            <a:ext cx="4931229" cy="6858000"/>
          </a:xfrm>
        </p:spPr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6DEC52-07D7-C15F-CE7D-042D34383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73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FC612-A7D3-A4A9-8CE6-62ED99A0C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06C574-00FF-C9B2-CCE7-EBB156F0DF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314" y="1895126"/>
            <a:ext cx="7162800" cy="4773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2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8CF4A-7463-35DA-2C07-9599DC15C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Technologies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349744-9421-CBF5-B5C9-837DE769F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Backend:</a:t>
            </a:r>
            <a:r>
              <a:rPr lang="en-IN" dirty="0"/>
              <a:t> Flask (Python Web Framework)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PDF Parsing:</a:t>
            </a:r>
            <a:r>
              <a:rPr lang="en-IN" dirty="0"/>
              <a:t> </a:t>
            </a:r>
            <a:r>
              <a:rPr lang="en-IN" dirty="0" err="1"/>
              <a:t>PyMuPDF</a:t>
            </a:r>
            <a:r>
              <a:rPr lang="en-IN" dirty="0"/>
              <a:t> (</a:t>
            </a:r>
            <a:r>
              <a:rPr lang="en-IN" dirty="0" err="1"/>
              <a:t>fitz</a:t>
            </a:r>
            <a:r>
              <a:rPr lang="en-IN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ML Model:</a:t>
            </a:r>
            <a:r>
              <a:rPr lang="en-IN" dirty="0"/>
              <a:t> Random Forest Classifier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Preprocessing</a:t>
            </a:r>
            <a:r>
              <a:rPr lang="en-IN" b="1" dirty="0"/>
              <a:t>:</a:t>
            </a:r>
            <a:r>
              <a:rPr lang="en-IN" dirty="0"/>
              <a:t> Pandas, </a:t>
            </a:r>
            <a:r>
              <a:rPr lang="en-IN" dirty="0" err="1"/>
              <a:t>LabelEncoder</a:t>
            </a:r>
            <a:r>
              <a:rPr lang="en-IN" dirty="0"/>
              <a:t>, </a:t>
            </a:r>
            <a:r>
              <a:rPr lang="en-IN" dirty="0" err="1"/>
              <a:t>StandardScaler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HTML, CSS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Deployment:</a:t>
            </a:r>
            <a:r>
              <a:rPr lang="en-IN" dirty="0"/>
              <a:t> Localhost (Flask Development Server)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35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C481329-05DE-F4A7-CAE0-5F7A52DA5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080" y="0"/>
            <a:ext cx="2133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54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25BD7-D11A-3F51-DE36-2CD23BBED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288" y="1148228"/>
            <a:ext cx="10571998" cy="970450"/>
          </a:xfrm>
        </p:spPr>
        <p:txBody>
          <a:bodyPr/>
          <a:lstStyle/>
          <a:p>
            <a:r>
              <a:rPr lang="en-IN" b="1" dirty="0"/>
              <a:t>Dataset Description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3C3EFF-5C7D-C3D5-BC1B-E64731E1F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288" y="2199980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📌 </a:t>
            </a:r>
            <a:r>
              <a:rPr lang="en-IN" b="1" dirty="0"/>
              <a:t>Source</a:t>
            </a:r>
            <a:r>
              <a:rPr lang="en-IN" dirty="0"/>
              <a:t>: </a:t>
            </a:r>
            <a:r>
              <a:rPr lang="en-IN" dirty="0" err="1"/>
              <a:t>placementdata.csv</a:t>
            </a:r>
            <a:br>
              <a:rPr lang="en-IN" dirty="0"/>
            </a:br>
            <a:r>
              <a:rPr lang="en-IN" dirty="0"/>
              <a:t>📌 </a:t>
            </a:r>
            <a:r>
              <a:rPr lang="en-IN" b="1" dirty="0"/>
              <a:t>Number of records</a:t>
            </a:r>
            <a:r>
              <a:rPr lang="en-IN" dirty="0"/>
              <a:t>: 10,000</a:t>
            </a:r>
            <a:br>
              <a:rPr lang="en-IN" dirty="0"/>
            </a:br>
            <a:r>
              <a:rPr lang="en-IN" dirty="0"/>
              <a:t>📌 </a:t>
            </a:r>
            <a:r>
              <a:rPr lang="en-IN" b="1" dirty="0"/>
              <a:t>Number of features (columns)</a:t>
            </a:r>
            <a:r>
              <a:rPr lang="en-IN" dirty="0"/>
              <a:t>: 11</a:t>
            </a:r>
            <a:br>
              <a:rPr lang="en-IN" dirty="0"/>
            </a:br>
            <a:r>
              <a:rPr lang="en-IN" dirty="0"/>
              <a:t>📌 </a:t>
            </a:r>
            <a:r>
              <a:rPr lang="en-IN" b="1" dirty="0"/>
              <a:t>Target Variable</a:t>
            </a:r>
            <a:r>
              <a:rPr lang="en-IN" dirty="0"/>
              <a:t>: </a:t>
            </a:r>
            <a:r>
              <a:rPr lang="en-IN" dirty="0" err="1"/>
              <a:t>PlacementStatus</a:t>
            </a:r>
            <a:br>
              <a:rPr lang="en-IN" dirty="0"/>
            </a:br>
            <a:r>
              <a:rPr lang="en-IN" dirty="0"/>
              <a:t>📌 </a:t>
            </a:r>
            <a:r>
              <a:rPr lang="en-IN" b="1" dirty="0"/>
              <a:t>Feature Types</a:t>
            </a:r>
            <a:r>
              <a:rPr lang="en-IN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Numerical</a:t>
            </a:r>
            <a:r>
              <a:rPr lang="en-IN" dirty="0"/>
              <a:t>: CGPA, Aptitude Score, SSC/HSC Marks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Categorical</a:t>
            </a:r>
            <a:r>
              <a:rPr lang="en-IN" dirty="0"/>
              <a:t>: Placement Training, Extracurricular Activities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5442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14410-1119-EBB1-909D-8A6882F2F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Features &amp; Target Variable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546C1-DD9F-2A80-DD1C-66F4355B0D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405167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📌 </a:t>
            </a:r>
            <a:r>
              <a:rPr lang="en-IN" b="1" dirty="0"/>
              <a:t>Input Features Extracted from Resume (X) - </a:t>
            </a:r>
            <a:r>
              <a:rPr lang="en-IN" dirty="0"/>
              <a:t>CGPA, Internships, Projects, Certifications, </a:t>
            </a:r>
            <a:r>
              <a:rPr lang="en-IN" dirty="0" err="1"/>
              <a:t>AptitudeTestScore</a:t>
            </a:r>
            <a:r>
              <a:rPr lang="en-IN" dirty="0"/>
              <a:t>, </a:t>
            </a:r>
            <a:r>
              <a:rPr lang="en-IN" dirty="0" err="1"/>
              <a:t>SoftSkillsRating</a:t>
            </a:r>
            <a:r>
              <a:rPr lang="en-IN" dirty="0"/>
              <a:t>, </a:t>
            </a:r>
            <a:r>
              <a:rPr lang="en-IN" dirty="0" err="1"/>
              <a:t>ExtracurricularActivities</a:t>
            </a:r>
            <a:r>
              <a:rPr lang="en-IN" dirty="0"/>
              <a:t>, </a:t>
            </a:r>
            <a:r>
              <a:rPr lang="en-IN" dirty="0" err="1"/>
              <a:t>PlacementTraining</a:t>
            </a:r>
            <a:r>
              <a:rPr lang="en-IN" dirty="0"/>
              <a:t>, </a:t>
            </a:r>
            <a:r>
              <a:rPr lang="en-IN" dirty="0" err="1"/>
              <a:t>SSC_Marks</a:t>
            </a:r>
            <a:r>
              <a:rPr lang="en-IN" dirty="0"/>
              <a:t>, and </a:t>
            </a:r>
            <a:r>
              <a:rPr lang="en-IN" dirty="0" err="1"/>
              <a:t>HSC_Marks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📌 </a:t>
            </a:r>
            <a:r>
              <a:rPr lang="en-IN" b="1" dirty="0"/>
              <a:t>Target Variable (y)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 err="1"/>
              <a:t>PlacementStatus</a:t>
            </a:r>
            <a:r>
              <a:rPr lang="en-IN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1 → Placed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0 → Not Placed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987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3D739-32BF-4A91-4A4F-B4636A40F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</a:t>
            </a:r>
            <a:r>
              <a:rPr lang="en-IN" dirty="0" err="1"/>
              <a:t>Preprocessing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2CD3B-95A9-F5A2-685E-7A58D9673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79487"/>
            <a:ext cx="10554574" cy="363651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✔ </a:t>
            </a:r>
            <a:r>
              <a:rPr lang="en-IN" b="1" dirty="0"/>
              <a:t>Handling Missing Values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dirty="0" err="1"/>
              <a:t>SimpleImputer</a:t>
            </a:r>
            <a:r>
              <a:rPr lang="en-IN" dirty="0"/>
              <a:t>(strategy="</a:t>
            </a:r>
            <a:r>
              <a:rPr lang="en-IN" dirty="0" err="1"/>
              <a:t>most_frequent</a:t>
            </a:r>
            <a:r>
              <a:rPr lang="en-IN" dirty="0"/>
              <a:t>") to replace missing values with </a:t>
            </a:r>
            <a:r>
              <a:rPr lang="en-IN" b="1" dirty="0"/>
              <a:t>most frequent values</a:t>
            </a:r>
            <a:r>
              <a:rPr lang="en-IN" dirty="0"/>
              <a:t> in each column.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✔ </a:t>
            </a:r>
            <a:r>
              <a:rPr lang="en-IN" b="1" dirty="0"/>
              <a:t>Encoding Categorical Data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dirty="0" err="1"/>
              <a:t>LabelEncoder</a:t>
            </a:r>
            <a:r>
              <a:rPr lang="en-IN" dirty="0"/>
              <a:t>() to convert </a:t>
            </a:r>
            <a:r>
              <a:rPr lang="en-IN" b="1" dirty="0"/>
              <a:t>text values to numeric format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Example: "Yes" → 1, "No" → 0.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✔ </a:t>
            </a:r>
            <a:r>
              <a:rPr lang="en-IN" b="1" dirty="0"/>
              <a:t>Feature Scaling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dirty="0" err="1"/>
              <a:t>StandardScaler</a:t>
            </a:r>
            <a:r>
              <a:rPr lang="en-IN" dirty="0"/>
              <a:t>() to </a:t>
            </a:r>
            <a:r>
              <a:rPr lang="en-IN" b="1" dirty="0"/>
              <a:t>normalize numerical features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Ensures all features have a </a:t>
            </a:r>
            <a:r>
              <a:rPr lang="en-IN" b="1" dirty="0"/>
              <a:t>similar range</a:t>
            </a:r>
            <a:r>
              <a:rPr lang="en-IN" dirty="0"/>
              <a:t> for better model performance.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01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5B7E9-FA6B-1877-2736-96364AF2A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 Used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16FF0-C396-85DD-8649-1710F24B93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699807"/>
            <a:ext cx="11077200" cy="371100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b="1" dirty="0"/>
              <a:t>Model: Random Forest Classifier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✔ </a:t>
            </a:r>
            <a:r>
              <a:rPr lang="en-IN" b="1" dirty="0"/>
              <a:t>Why Random Forest?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Works well for </a:t>
            </a:r>
            <a:r>
              <a:rPr lang="en-IN" b="1" dirty="0"/>
              <a:t>classification problems</a:t>
            </a:r>
            <a:r>
              <a:rPr lang="en-IN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Handles </a:t>
            </a:r>
            <a:r>
              <a:rPr lang="en-IN" b="1" dirty="0"/>
              <a:t>both numerical and categorical data</a:t>
            </a:r>
            <a:r>
              <a:rPr lang="en-IN" dirty="0"/>
              <a:t>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Prevents </a:t>
            </a:r>
            <a:r>
              <a:rPr lang="en-IN" b="1" dirty="0"/>
              <a:t>overfitting</a:t>
            </a:r>
            <a:r>
              <a:rPr lang="en-IN" dirty="0"/>
              <a:t> using multiple decision trees.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📌 </a:t>
            </a:r>
            <a:r>
              <a:rPr lang="en-IN" b="1" dirty="0"/>
              <a:t>Model Parameters Used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n_estimators</a:t>
            </a:r>
            <a:r>
              <a:rPr lang="en-IN" dirty="0"/>
              <a:t>: 100 – Number of trees in the Random Forest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err="1"/>
              <a:t>random_state</a:t>
            </a:r>
            <a:r>
              <a:rPr lang="en-IN" dirty="0"/>
              <a:t>: 42 – Ensures reproducibility of results.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📌 </a:t>
            </a:r>
            <a:r>
              <a:rPr lang="en-IN" b="1" dirty="0"/>
              <a:t>Training the Model</a:t>
            </a: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Used </a:t>
            </a:r>
            <a:r>
              <a:rPr lang="en-IN" dirty="0" err="1"/>
              <a:t>model.fit</a:t>
            </a:r>
            <a:r>
              <a:rPr lang="en-IN" dirty="0"/>
              <a:t>(</a:t>
            </a:r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) to train the model on the dataset.</a:t>
            </a:r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699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2FD26-94B7-80A2-5490-48D5B1804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712" y="999202"/>
            <a:ext cx="10571998" cy="970450"/>
          </a:xfrm>
        </p:spPr>
        <p:txBody>
          <a:bodyPr/>
          <a:lstStyle/>
          <a:p>
            <a:r>
              <a:rPr lang="en-IN" b="1" dirty="0"/>
              <a:t>Data Splitting for Training &amp; Testing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EA40D-BC31-A7E8-3043-916F19C17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8712" y="2039628"/>
            <a:ext cx="10554574" cy="3636511"/>
          </a:xfrm>
        </p:spPr>
        <p:txBody>
          <a:bodyPr/>
          <a:lstStyle/>
          <a:p>
            <a:r>
              <a:rPr lang="en-IN" b="1" dirty="0"/>
              <a:t>Training Set</a:t>
            </a:r>
            <a:r>
              <a:rPr lang="en-IN" dirty="0"/>
              <a:t>: 80% – Used to train the model.</a:t>
            </a:r>
          </a:p>
          <a:p>
            <a:r>
              <a:rPr lang="en-IN" b="1" dirty="0"/>
              <a:t>Testing Set</a:t>
            </a:r>
            <a:r>
              <a:rPr lang="en-IN" dirty="0"/>
              <a:t>: 20% – Used to evaluate the model's performance.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dirty="0"/>
              <a:t>📌 </a:t>
            </a:r>
            <a:r>
              <a:rPr lang="en-IN" b="1" dirty="0"/>
              <a:t>Code Used for Splitting</a:t>
            </a:r>
            <a:endParaRPr lang="en-IN" dirty="0"/>
          </a:p>
          <a:p>
            <a:pPr marL="0" indent="0" rtl="0">
              <a:buNone/>
            </a:pPr>
            <a:r>
              <a:rPr lang="en-IN" dirty="0"/>
              <a:t> - </a:t>
            </a:r>
            <a:r>
              <a:rPr lang="en-IN" dirty="0" err="1"/>
              <a:t>X_train</a:t>
            </a:r>
            <a:r>
              <a:rPr lang="en-IN" dirty="0"/>
              <a:t>, </a:t>
            </a:r>
            <a:r>
              <a:rPr lang="en-IN" dirty="0" err="1"/>
              <a:t>X_test</a:t>
            </a:r>
            <a:r>
              <a:rPr lang="en-IN" dirty="0"/>
              <a:t>, </a:t>
            </a:r>
            <a:r>
              <a:rPr lang="en-IN" dirty="0" err="1"/>
              <a:t>y_train</a:t>
            </a:r>
            <a:r>
              <a:rPr lang="en-IN" dirty="0"/>
              <a:t>, </a:t>
            </a:r>
            <a:r>
              <a:rPr lang="en-IN" dirty="0" err="1"/>
              <a:t>y_test</a:t>
            </a:r>
            <a:r>
              <a:rPr lang="en-IN" dirty="0"/>
              <a:t> = </a:t>
            </a:r>
            <a:r>
              <a:rPr lang="en-IN" dirty="0" err="1"/>
              <a:t>train_test_split</a:t>
            </a:r>
            <a:r>
              <a:rPr lang="en-IN" dirty="0"/>
              <a:t>(X, y, </a:t>
            </a:r>
            <a:r>
              <a:rPr lang="en-IN" dirty="0" err="1"/>
              <a:t>test_size</a:t>
            </a:r>
            <a:r>
              <a:rPr lang="en-IN" dirty="0"/>
              <a:t>=0.2, </a:t>
            </a:r>
            <a:r>
              <a:rPr lang="en-IN" dirty="0" err="1"/>
              <a:t>random_state</a:t>
            </a:r>
            <a:r>
              <a:rPr lang="en-IN" dirty="0"/>
              <a:t>=42)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28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8558D-6E50-5ADC-9B6C-E9CBB1D89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 Metrics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ED2DB-A2AD-1D69-6C35-17315575C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2188052"/>
            <a:ext cx="10554574" cy="3636511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📌 </a:t>
            </a:r>
            <a:r>
              <a:rPr lang="en-IN" b="1" dirty="0"/>
              <a:t>Metrics Used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✔ </a:t>
            </a:r>
            <a:r>
              <a:rPr lang="en-IN" b="1" dirty="0"/>
              <a:t>Accuracy Score - </a:t>
            </a:r>
            <a:r>
              <a:rPr lang="en-IN" dirty="0"/>
              <a:t>Measures the overall </a:t>
            </a:r>
            <a:r>
              <a:rPr lang="en-IN" b="1" dirty="0"/>
              <a:t>correct predictions</a:t>
            </a:r>
            <a:r>
              <a:rPr lang="en-IN" dirty="0"/>
              <a:t> made by the model.</a:t>
            </a:r>
          </a:p>
          <a:p>
            <a:pPr marL="0" indent="0">
              <a:buNone/>
            </a:pPr>
            <a:r>
              <a:rPr lang="en-IN" dirty="0"/>
              <a:t>✔ </a:t>
            </a:r>
            <a:r>
              <a:rPr lang="en-IN" b="1" dirty="0"/>
              <a:t>Classification Report - </a:t>
            </a:r>
            <a:r>
              <a:rPr lang="en-IN" dirty="0"/>
              <a:t>Includes </a:t>
            </a:r>
            <a:r>
              <a:rPr lang="en-IN" b="1" dirty="0"/>
              <a:t>Precision, Recall, and F1-score</a:t>
            </a:r>
            <a:r>
              <a:rPr lang="en-IN" dirty="0"/>
              <a:t> for evaluation.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822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7DEF2-0D19-B8B6-0E6D-4A2AF3780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Recommendation Engine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FEF5C-259A-2025-9D12-F57BADDE5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Provides tips based on low-performing areas:</a:t>
            </a:r>
          </a:p>
          <a:p>
            <a:pPr marL="0" indent="0">
              <a:buNone/>
            </a:pPr>
            <a:br>
              <a:rPr lang="en-IN" dirty="0"/>
            </a:br>
            <a:r>
              <a:rPr lang="en-IN" dirty="0"/>
              <a:t>- Improve CGPA</a:t>
            </a:r>
            <a:br>
              <a:rPr lang="en-IN" dirty="0"/>
            </a:br>
            <a:r>
              <a:rPr lang="en-IN" dirty="0"/>
              <a:t>- Add Internships/Projects</a:t>
            </a:r>
            <a:br>
              <a:rPr lang="en-IN" dirty="0"/>
            </a:br>
            <a:r>
              <a:rPr lang="en-IN" dirty="0"/>
              <a:t>- Attend Workshops</a:t>
            </a:r>
            <a:br>
              <a:rPr lang="en-IN" dirty="0"/>
            </a:br>
            <a:r>
              <a:rPr lang="en-IN" dirty="0"/>
              <a:t>- Improve Aptitude/Soft Skills</a:t>
            </a:r>
            <a:br>
              <a:rPr lang="en-IN" dirty="0"/>
            </a:br>
            <a:r>
              <a:rPr lang="en-IN" dirty="0"/>
              <a:t>- Participate in Placement Training</a:t>
            </a:r>
            <a:br>
              <a:rPr lang="en-IN" dirty="0"/>
            </a:br>
            <a:r>
              <a:rPr lang="en-IN" dirty="0"/>
              <a:t>- Highlight Extracurriculars</a:t>
            </a:r>
          </a:p>
        </p:txBody>
      </p:sp>
    </p:spTree>
    <p:extLst>
      <p:ext uri="{BB962C8B-B14F-4D97-AF65-F5344CB8AC3E}">
        <p14:creationId xmlns:p14="http://schemas.microsoft.com/office/powerpoint/2010/main" val="1207154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C8478-142F-23E4-E38A-05C86174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86996"/>
            <a:ext cx="12192000" cy="684008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05917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Quotable</Template>
  <TotalTime>393</TotalTime>
  <Words>625</Words>
  <Application>Microsoft Macintosh PowerPoint</Application>
  <PresentationFormat>Widescreen</PresentationFormat>
  <Paragraphs>76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2</vt:lpstr>
      <vt:lpstr>Quotable</vt:lpstr>
      <vt:lpstr>STUDENT PLACEMENT PREDICTION</vt:lpstr>
      <vt:lpstr>Problem Statement </vt:lpstr>
      <vt:lpstr>Project Workflow</vt:lpstr>
      <vt:lpstr>Architecture Diagram</vt:lpstr>
      <vt:lpstr>Technologies Used</vt:lpstr>
      <vt:lpstr>PowerPoint Presentation</vt:lpstr>
      <vt:lpstr>Dataset Description </vt:lpstr>
      <vt:lpstr>Features &amp; Target Variable</vt:lpstr>
      <vt:lpstr>Data Preprocessing</vt:lpstr>
      <vt:lpstr>Machine Learning Model Used</vt:lpstr>
      <vt:lpstr>Data Splitting for Training &amp; Testing </vt:lpstr>
      <vt:lpstr>Model Evaluation Metrics</vt:lpstr>
      <vt:lpstr>Recommendation Engine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PLACEMENT PREDICTION</dc:title>
  <dc:creator>BHARATH H</dc:creator>
  <cp:lastModifiedBy>BHARATH H</cp:lastModifiedBy>
  <cp:revision>6</cp:revision>
  <dcterms:created xsi:type="dcterms:W3CDTF">2025-03-26T07:18:12Z</dcterms:created>
  <dcterms:modified xsi:type="dcterms:W3CDTF">2025-12-01T08:00:27Z</dcterms:modified>
</cp:coreProperties>
</file>